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8" r:id="rId3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EEF7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23" autoAdjust="0"/>
    <p:restoredTop sz="94660"/>
  </p:normalViewPr>
  <p:slideViewPr>
    <p:cSldViewPr snapToGrid="0">
      <p:cViewPr varScale="1">
        <p:scale>
          <a:sx n="79" d="100"/>
          <a:sy n="79" d="100"/>
        </p:scale>
        <p:origin x="372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06C7-F324-40B0-B3A9-1441E46B2861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D5B5D-7287-46D9-88DA-A6156A9FF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939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06C7-F324-40B0-B3A9-1441E46B2861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D5B5D-7287-46D9-88DA-A6156A9FF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004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06C7-F324-40B0-B3A9-1441E46B2861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D5B5D-7287-46D9-88DA-A6156A9FF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328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06C7-F324-40B0-B3A9-1441E46B2861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D5B5D-7287-46D9-88DA-A6156A9FF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257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06C7-F324-40B0-B3A9-1441E46B2861}" type="datetimeFigureOut">
              <a:rPr lang="en-US" smtClean="0"/>
              <a:t>5/8/26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D5B5D-7287-46D9-88DA-A6156A9FF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531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06C7-F324-40B0-B3A9-1441E46B2861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D5B5D-7287-46D9-88DA-A6156A9FF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18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06C7-F324-40B0-B3A9-1441E46B2861}" type="datetimeFigureOut">
              <a:rPr lang="en-US" smtClean="0"/>
              <a:t>5/8/26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D5B5D-7287-46D9-88DA-A6156A9FF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755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06C7-F324-40B0-B3A9-1441E46B2861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D5B5D-7287-46D9-88DA-A6156A9FF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635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06C7-F324-40B0-B3A9-1441E46B2861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D5B5D-7287-46D9-88DA-A6156A9FF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414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06C7-F324-40B0-B3A9-1441E46B2861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D5B5D-7287-46D9-88DA-A6156A9FF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378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06C7-F324-40B0-B3A9-1441E46B2861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D5B5D-7287-46D9-88DA-A6156A9FF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392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06C7-F324-40B0-B3A9-1441E46B2861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D5B5D-7287-46D9-88DA-A6156A9FF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925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D7304B-C14F-445E-A47C-05ECC5AE82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59675" cy="1069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174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ED9E2B0-E540-14F2-7810-7757BCF3EA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106" y="0"/>
            <a:ext cx="7634781" cy="10809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552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0b46f0c7-1e5b-43db-99eb-3257df1e5bf6}" enabled="1" method="Standard" siteId="{2dcae639-d4a4-4454-82c7-592ab66fc7b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</TotalTime>
  <Words>0</Words>
  <Application>Microsoft Macintosh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2013 - 2022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Faisal Mukadam</dc:creator>
  <cp:lastModifiedBy>أحمد عادل عبده طبيشات</cp:lastModifiedBy>
  <cp:revision>14</cp:revision>
  <dcterms:created xsi:type="dcterms:W3CDTF">2026-05-05T12:26:04Z</dcterms:created>
  <dcterms:modified xsi:type="dcterms:W3CDTF">2026-05-08T07:44:57Z</dcterms:modified>
</cp:coreProperties>
</file>