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</p:sldIdLst>
  <p:sldSz cx="5143500" cy="9144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EF7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6301"/>
  </p:normalViewPr>
  <p:slideViewPr>
    <p:cSldViewPr snapToGrid="0">
      <p:cViewPr varScale="1">
        <p:scale>
          <a:sx n="88" d="100"/>
          <a:sy n="88" d="100"/>
        </p:scale>
        <p:origin x="39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5763" y="1496484"/>
            <a:ext cx="4371975" cy="3183467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2938" y="4802717"/>
            <a:ext cx="3857625" cy="2207683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647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55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937" y="2279653"/>
            <a:ext cx="4436269" cy="3803649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0937" y="6119286"/>
            <a:ext cx="4436269" cy="2000249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11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3615" y="2434167"/>
            <a:ext cx="2185988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3897" y="2434167"/>
            <a:ext cx="2185988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05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85" y="486836"/>
            <a:ext cx="4436269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4286" y="2241551"/>
            <a:ext cx="2175941" cy="1098549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4286" y="3340100"/>
            <a:ext cx="217594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603897" y="2241551"/>
            <a:ext cx="2186657" cy="1098549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603897" y="3340100"/>
            <a:ext cx="218665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725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544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89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85" y="609600"/>
            <a:ext cx="1658913" cy="21336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86657" y="1316569"/>
            <a:ext cx="2603897" cy="6498167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85" y="2743200"/>
            <a:ext cx="1658913" cy="5082117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4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85" y="609600"/>
            <a:ext cx="1658913" cy="21336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86657" y="1316569"/>
            <a:ext cx="2603897" cy="6498167"/>
          </a:xfrm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85" y="2743200"/>
            <a:ext cx="1658913" cy="5082117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10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019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80818" y="486834"/>
            <a:ext cx="1109067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3616" y="486834"/>
            <a:ext cx="326290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00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3616" y="486836"/>
            <a:ext cx="4436269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3616" y="2434167"/>
            <a:ext cx="4436269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3615" y="8475136"/>
            <a:ext cx="115728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106C7-F324-40B0-B3A9-1441E46B2861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03785" y="8475136"/>
            <a:ext cx="1735931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32597" y="8475136"/>
            <a:ext cx="115728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ED5B5D-7287-46D9-88DA-A6156A9FFE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604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AE1C41E-2DE6-947F-7FD5-3FF439932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914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174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7552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0b46f0c7-1e5b-43db-99eb-3257df1e5bf6}" enabled="1" method="Standard" siteId="{2dcae639-d4a4-4454-82c7-592ab66fc7b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</TotalTime>
  <Words>0</Words>
  <Application>Microsoft Macintosh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Faisal Mukadam</dc:creator>
  <cp:lastModifiedBy>أحمد عادل عبده طبيشات</cp:lastModifiedBy>
  <cp:revision>13</cp:revision>
  <dcterms:created xsi:type="dcterms:W3CDTF">2026-05-05T12:26:04Z</dcterms:created>
  <dcterms:modified xsi:type="dcterms:W3CDTF">2026-05-10T19:28:38Z</dcterms:modified>
</cp:coreProperties>
</file>