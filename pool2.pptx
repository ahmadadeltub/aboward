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5143500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EF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50" autoAdjust="0"/>
    <p:restoredTop sz="96311"/>
  </p:normalViewPr>
  <p:slideViewPr>
    <p:cSldViewPr snapToGrid="0">
      <p:cViewPr varScale="1">
        <p:scale>
          <a:sx n="125" d="100"/>
          <a:sy n="125" d="100"/>
        </p:scale>
        <p:origin x="39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496484"/>
            <a:ext cx="4371975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4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55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37" y="6119286"/>
            <a:ext cx="4436269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1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5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486836"/>
            <a:ext cx="4436269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286" y="2241551"/>
            <a:ext cx="2175941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3897" y="2241551"/>
            <a:ext cx="2186657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3897" y="3340100"/>
            <a:ext cx="218665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25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44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657" y="1316569"/>
            <a:ext cx="2603897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4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6657" y="1316569"/>
            <a:ext cx="2603897" cy="6498167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1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19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0818" y="486834"/>
            <a:ext cx="1109067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616" y="486834"/>
            <a:ext cx="326290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02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486836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06C7-F324-40B0-B3A9-1441E46B2861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D5B5D-7287-46D9-88DA-A6156A9FF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0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D7304B-C14F-445E-A47C-05ECC5AE8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7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755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b46f0c7-1e5b-43db-99eb-3257df1e5bf6}" enabled="1" method="Standard" siteId="{2dcae639-d4a4-4454-82c7-592ab66fc7b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0</Words>
  <Application>Microsoft Macintosh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Faisal Mukadam</dc:creator>
  <cp:lastModifiedBy>أحمد عادل عبده طبيشات</cp:lastModifiedBy>
  <cp:revision>12</cp:revision>
  <dcterms:created xsi:type="dcterms:W3CDTF">2026-05-05T12:26:04Z</dcterms:created>
  <dcterms:modified xsi:type="dcterms:W3CDTF">2026-05-10T19:24:45Z</dcterms:modified>
</cp:coreProperties>
</file>